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14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3B1450"/>
                </a:solidFill>
                <a:latin typeface="Arial"/>
              </a:rPr>
              <a:t>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45BB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14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3B1450"/>
                </a:solidFill>
                <a:latin typeface="Arial"/>
              </a:rPr>
              <a:t>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B145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 Age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14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3B1450"/>
                </a:solidFill>
                <a:latin typeface="Arial"/>
              </a:rPr>
              <a:t>Avg. purchase by season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3B1450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Fall</c:v>
                  </c:pt>
                  <c:pt idx="1">
                    <c:v>Winter</c:v>
                  </c:pt>
                  <c:pt idx="2">
                    <c:v>Spring</c:v>
                  </c:pt>
                  <c:pt idx="3">
                    <c:v>Summer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61.56</c:v>
                </c:pt>
                <c:pt idx="1">
                  <c:v>60.36</c:v>
                </c:pt>
                <c:pt idx="2">
                  <c:v>58.74</c:v>
                </c:pt>
                <c:pt idx="3">
                  <c:v>58.41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14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3B1450"/>
                </a:solidFill>
                <a:latin typeface="Arial"/>
              </a:rPr>
              <a:t>Customer segments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1450"/>
              </a:solidFill>
              <a:effectLst/>
            </c:spPr>
          </c:dPt>
          <c:dPt>
            <c:idx val="1"/>
            <c:bubble3D val="0"/>
            <c:spPr>
              <a:solidFill>
                <a:srgbClr val="E45BB0"/>
              </a:solidFill>
              <a:effectLst/>
            </c:spPr>
          </c:dPt>
          <c:dPt>
            <c:idx val="2"/>
            <c:bubble3D val="0"/>
            <c:spPr>
              <a:solidFill>
                <a:srgbClr val="D9B8E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 (11+)</c:v>
                </c:pt>
                <c:pt idx="1">
                  <c:v>Returning (2–10)</c:v>
                </c:pt>
                <c:pt idx="2">
                  <c:v>New (1)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45BB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E45BB0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45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shopper data into smarter retail decisions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sees shifting purchase patterns and wants to know why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the company use shopping data to spot trends, improve engagement, and optimize marketing and product strategy?”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754880" y="1600200"/>
            <a:ext cx="3840480" cy="868680"/>
          </a:xfrm>
          <a:prstGeom prst="roundRect">
            <a:avLst>
              <a:gd name="adj" fmla="val 1263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0" y="1801368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7282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lift spend?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651760"/>
            <a:ext cx="3840480" cy="868680"/>
          </a:xfrm>
          <a:prstGeom prst="roundRect">
            <a:avLst>
              <a:gd name="adj" fmla="val 1263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2852928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7797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seasons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demand?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3840480" cy="868680"/>
          </a:xfrm>
          <a:prstGeom prst="roundRect">
            <a:avLst>
              <a:gd name="adj" fmla="val 1263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3904488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8313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loyalty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comes back?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raw data to recommendations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prepare and transform the raw 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373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920240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0175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16 queries on segments, loyalty and drivers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920240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06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0175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interactive dashboard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7373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920240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0175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actions for stakeholders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5424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5424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508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$233K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5424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5424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3154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and Young Adults lead revenue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and by age group ($)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55448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 don’t lift basket size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 is nearly flat across both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554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$60.13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$59.28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017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$59.87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749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749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$59.49</a:t>
            </a:r>
            <a:endParaRPr lang="en-US" sz="2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0" y="146304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loyal base, skewed 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our customers are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630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55448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120640" y="1554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554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male customers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937760" y="260604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120640" y="26060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606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subscribers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37760" y="365760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BF3F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120640" y="3657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6576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Loyal (11+ prior purchases)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BI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by subscription, gender, category and shipping</a:t>
            </a:r>
            <a:endParaRPr lang="en-US" sz="1400" dirty="0"/>
          </a:p>
        </p:txBody>
      </p:sp>
      <p:pic>
        <p:nvPicPr>
          <p:cNvPr id="4" name="Image 0" descr="/mnt/user-data/uploads/Screenshot_2026-09-29_19403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463040"/>
            <a:ext cx="6217920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54246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26464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533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blanket discounts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824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don’t raise spend; target them at lapsed or new customers.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54246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22576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4942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subscribers real value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786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matches non-subscribers; add perks to grow the 27%.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54246E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218688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4553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Clothing &amp; Accessories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47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drivers; stock up ahead of Fall, the peak season.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68496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54246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E45BB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416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to Young Adults and women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3708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revenue; women are an under-served 32%.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2026-09-30T04:27:54Z</dcterms:created>
  <dcterms:modified xsi:type="dcterms:W3CDTF">2026-09-30T04:27:54Z</dcterms:modified>
</cp:coreProperties>
</file>